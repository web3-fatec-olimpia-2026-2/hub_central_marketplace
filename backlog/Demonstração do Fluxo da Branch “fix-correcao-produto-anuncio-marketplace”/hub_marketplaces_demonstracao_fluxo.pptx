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22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217920" cy="621792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INTEGRAÇÃO DE MARKETPLACES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do Fluxo da Branch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fix/correcao-produto-anuncio-marketplace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pedido de correção ao diagnóstico pós-testes manuais — plano, implementação e resultado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este documento está organizado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inicial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03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telas antes da correção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325112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010912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alteração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2203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detalhado, ponto a ponto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101584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787384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787384" y="2203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técnica estruturada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19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009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Mercado Livre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98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2.0, tokens e reconexão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325112" y="3319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010912" y="33009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Importação de anúncios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010912" y="37398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app apps.anuncios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33192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787384" y="33009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Sincronização segura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787384" y="37398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Travas, idempotência e circuit breaker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55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837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 e 4 — Baixa manual e webhook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276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interativo e vendas em tempo real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325112" y="4855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010912" y="4837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 — Refinamento final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010912" y="5276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pedida, implementada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4855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787384" y="4837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manuais — novos problemas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787384" y="5276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pós-implementação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Inicial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telas do Hub antes da correção — o ponto de partida do pedido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INICIAL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de Detalhe do Produto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822782"/>
            <a:ext cx="6931152" cy="39439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work/deck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9358"/>
            <a:ext cx="6858000" cy="38708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35240" y="1783080"/>
            <a:ext cx="3977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“Publicar Anúncio” (1 e 2) — precipitados neste fluxo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“Sincronizar Preços” (3) — deveria cobrir todos os anúncios vinculados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“Sincronizar no Canal” (4) — ação unitária por anúncio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“(RN-04)” (5) — nomenclatura técnica incorreta exposta ao usuário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(6) — preço e estoque ainda em tabelas separadas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INICIAL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de Integração e Telemetria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0900" y="1700784"/>
            <a:ext cx="887676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work/deck/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76" y="1737360"/>
            <a:ext cx="8803608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técnico de chamadas HTTP e respostas de cada operação de sincronização por canal e loja — a base de auditoria sobre a qual o restante do fluxo é construído.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INICIAL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3128" y="1700784"/>
            <a:ext cx="8932303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work/deck/asset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704" y="1737360"/>
            <a:ext cx="8859151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global de estoque e inventário — cada produto físico é a fonte única da verdade para os anúncios que o consomem.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Solicitação de Alteração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 de correção, ponto a ponto, sobre a tela de detalhe do produto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ALTERAÇÃO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Geral e Nova Branch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a interface de catálogo e dos anúncios vinculados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opções de publicação precipitadas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a distinção entre sincronização global e unitária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o histórico com estoque e preço na mesma linha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fluxo estrito de confirmação — sem atualizações automáticas silenciosas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663440" cy="192024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BRANCH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fix/correcao-produto-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anuncio-marketplace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local ao final — sem git push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· ITENS 1 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Publicação Precipitada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botão verde “Publicar Anúncio” do topo do detalhe do produto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botão azul “Publicar Anúncio” do cabeçalho do card de anúncios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botão “Publicar em Marketplace” da listagem de produtos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572000" cy="2743200"/>
          </a:xfrm>
          <a:prstGeom prst="roundRect">
            <a:avLst>
              <a:gd name="adj" fmla="val 3333"/>
            </a:avLst>
          </a:prstGeom>
          <a:solidFill>
            <a:srgbClr val="FFF1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423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anúncio do zero exige validação estrita dos atributos de categoria do Mercado Livre — um módulo próprio, a ser implementado depois. Publicar sem essa validação quebraria o anúncio no canal.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· ITENS 3 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Sincronização Global vs. Unitária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Sincronizar Preços (Global)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sobre TODOS os anúncios vinculados ao produto via composição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múltiplos SKUs, kits e anúncios unitários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modal prévio listando cada anúncio afetado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Sincronizar no Canal (Unitária)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06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apenas a linha daquele anúncio específico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exige modal de confirmação prévio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para remeter ou não a mudança — útil em kits com preço próprio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· ITENS 5 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Nomenclatura e Histórico Unificado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5 — Nomenclatura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o termo técnico “(RN-04)” do cabeçalho do histórico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Renomear para algo neutro e profissional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6 — Histórico na mesma linha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preço e estoque no mesmo registro de auditoria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só o estoque mudou, manter o preço vigente visível (ou traço)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COLUNAS OBRIGATÓRIAS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423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Hora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Anterior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Preço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Anterior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Estoque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/ Operação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TRANSVERSAL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Atualização Automática e Silenciosa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241280" cy="1371600"/>
          </a:xfrm>
          <a:prstGeom prst="roundRect">
            <a:avLst>
              <a:gd name="adj" fmla="val 6667"/>
            </a:avLst>
          </a:prstGeom>
          <a:solidFill>
            <a:srgbClr val="FFF1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“Nenhuma atualização de valor manual, como estes que estamos corrigindo, deve ser feita automaticamente. Implemente um fluxo de confirmação. Deve-se perguntar antes se deseja enviar as alterações feitas.”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10241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alteração manual (formulário, Ajuste Geral ou Baixa por Avaria) só atualiza o dado físico local e marca pendências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envio efetivo para a API do marketplace só ocorre com confirmação ativa do operador no modal de sincronização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instrui explicitamente: gerar o prompt detalhado para o agente de código (“Harness”) e abrir a branch antes de qualquer implementação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Implementação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 técnica estruturada, produzida a partir do pedido detalhado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Regras Operacionais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 origem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feature/webhook-vendas-baixa-estoque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/items desativado temporariamente — até módulo de validação de atributos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confirmação obrigatório antes de qualquer sincronização (global ou unitária)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decisão por anúncio: Sincronizado, Pendente de Envio, Ignorado/Descartado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automáticos desacoplados de chamadas externas — apenas marcam pendência local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Anuncio.status_sincronizacao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SINCRONIZADO — preço/cota coincidem com o publicado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— alteração local aguardando envio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IGNORADO — operador optou por não remeter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método esta_pendente(preco_catalogo=None)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HistoricoPreco (unificado)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6888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campos estoque_anterior e estoque_novo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preco_anterior e preco_novo tornam-se opcionais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name: “Histórico de Alteração de Preço e Estoque”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de compatibilidade: HistoricoAlteracao = HistoricoPreco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Sinais, Views e o Fluxo dos Modais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apps/anuncios/signals.py — ao salvar produto, localiza anúncios via composição e marca os não ignorados como PENDENTE, sem PUT externo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AnuncioToggleIgnorarView — nova rota para o operador alternar IGNORADO ↔ PENDENTE/SINCRONIZADO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ProdutoSincronizarPrecoView — itera vinculados, pula IGNORADO, sincroniza os demais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66344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#modalSyncGlobal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4231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de todos os anúncios afetados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para os marcados IGNORADO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“Confirmar e Sincronizar Todos”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#modalSyncAnuncio-{{ a.pk 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4389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anúncio individual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direcionado a anuncios:sincronizar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Verificação, Testes e Aprovação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Migrações: makemigrations anuncios catalogo, depois migrate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atualizados garantindo que save() no Produto não dispara sincronização externa automática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completa validada — 65 testes, 100% OK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local descritivo na branch — sem git push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“Plano de implementação aprovado com louvor.”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5204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Desacoplamento e segurança confirmados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humano via modais validado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ignorar/reativar aprovada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Git respeitada — sem push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Mercado Livre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completo de tokens OAuth 2.0 — a fundação de tudo que segue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· AUTENTICAÇÃO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Arquitetura: Strategy, Adapter e Factory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BaseMarketplaceConnector — contrato abstrato único para qualquer canal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get_authorization_url(state) — monta a URL de consentimento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exchange_code(code) — handshake OAuth de troca por tokens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get_valid_access_token() — auto-refresh transparente sob 10 min para expirar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request(...) — despachante HTTP com Bearer, retry em 429 e refresh em 401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38912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conta.get_connector()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que instancia dinamicamente o Adapter correto por canal: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30632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mercadolivre.py — implementação completa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shopee.py, magalu.py, amazon.py — stubs de conformidade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· AUTENTICAÇÃO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Renovação Segura de Credenciais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transaction.atomic() + select_for_update() trava o registro da conta durante o refresh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Double-Checked Locking: se outro processo já renovou enquanto a thread aguardava, reaproveita o token sem chamar a API de novo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access_token / refresh_token salvo de forma criptografada (Fernet), com expiração de 6 horas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de variáveis de ambiente: busca client_id/secret com fallbacks entre chaves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· AUTENTICAÇÃO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Erros e Proteção CSRF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oficiais da API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invalid_grant → inativa a conta e exige reconexão do lojista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(rate limit) → retry automático com backoff exponencial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(invalid_operator_user_id) → alerta claro: a conta deve ser titular/administradora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CSRF (state)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gerado com secrets.token_urlsafe(32), gravado na sessão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valida se o state devolvido coincide com o armazenado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divergência é tratada como tentativa de CSRF — token de uso único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· CORREÇÃO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Conflito de Conta na Reconexão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fix/validacao-conflito-reconexao-mercadolivre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0241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passa a rastrear explicitamente oauth_conta_id durante o fluxo de autorização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trocar o code por tokens, verifica se o seller_id já pertence a outro card do sistema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pertencer a outro card, aborta antes de sobrescrever qualquer token e exibe mensagem explicativa ao lojista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 legítima da mesma conta continua funcionando normalmente, sem falso positivo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·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Validados — Autenticação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· 100% 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830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correta do Adapter por canal (Strategy/Factory)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acionado sob janela de 10 minutos para expiração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pessimista e double-checked locking validados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Inativação de conta sob invalid_grant, com log registrado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state (CSRF) rejeitando token forjado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testes adicionais cobrindo a correção de conflito de reconexão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Importação de Anúncios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Separando a camada comercial (anúncios) do inventário físico (produtos)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· FASE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App: apps.anuncios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Anuncio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Vinculado a ContaMarketplace (related_name='anuncios_publicados')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item_id_externo único por conta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calcular_cota_disponivel() — cota vendável a partir do estoque físico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eh_kit para anúncios com múltiplos componentes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AnuncioComposicao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entre Anuncio e Produto do catálogo central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— multiplicador de unidades por venda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multi-tenancy: produto e anúncio da mesma loja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· FASE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Importação: Paginação, Lote e Auto-Vinculação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padrão via /items/search com limit=100 + offset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estendida (&gt;1.000 itens) com search_type=scan e scroll_id recursivo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oficial em lote — chunks de até 20 itens via /items/bulk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idempotente via update_or_create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Auto-vinculação 1:1: SKU do anúncio coincidente com SKU do produto cria a composição automaticamente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·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e Testes — Fase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· SUÍTE COMPLETA 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830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AnuncioListView — catálogo comercial multicanal com filtros e badges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AnuncioDetailView — ficha técnica com gestão de produtos vinculados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AnuncioImportarView — importação sob demanda com RBAC e multi-tenancy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Criação/remoção de componentes de kit via views dedicadas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“Anúncios” adicionado ao menu principal do Hub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Sincronização Segura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Enviando estoque e preço ao canal com travas defensivas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· FASE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Conector: Atualizar Estoque e Preço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atualizar_estoque() — PUT /items/{id} com available_quantity, retry em 429 e auto-refresh em 401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atualizar_preco() — PUT /items/{id} com price, mesma disciplina de autenticação e auditoria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simulado (mock) para contas de demonstração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completa em LogSincronizacao — tempo de resposta, status HTTP e payloads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· FASE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Travas Defensivas e Circuit Breaker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 e limites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idêntico ao já publicado → chamada externa é poupada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negativo é sempre clampado para 0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deve ser estritamente positivo — valores ≤0 são rejeitados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queda &gt;50% ou aumento &gt;100% no preço sem forcar=True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zeramento em lote de &gt;5 anúncios ou &gt;50% da conta em um ciclo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bloqueados são registrados em LogAuditoria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·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Automáticos e Testes — Fase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DA FASE · 100% 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830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pre_save em Produto compara estoque/preço com o banco e marca flags de alteração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post_save identifica anúncios vinculados (unitários e kits) e dispara a sincronização recalculada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 mute_sincronizacao_signals evita loops recursivos entre sinais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kits, conector, circuit breaker e sinais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3 e 4 — Baixa Manual e Webhook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ajuste manual de estoque à baixa automática por venda em tempo real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 · FASE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Baixa Manual de Estoque Interativa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reverso: Anuncio.objects.filter(composicoes__produto=produto) carrega todos os vínculos de uma vez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cota_calculada como atalho para calcular_cota_disponivel()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“Anúncios em Marketplaces Conectados” remodelada: canal, ID externo, preço, estoque publicado, cota calculada e status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“Ajuste Geral” e “Baixa por Avaria” salvam o saldo físico e disparam recálculo automático das cotas vinculadas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 · FASE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de Vendas com Idempotência Estrita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/marketplaces/webhooks/mercadolivre/ — apenas POST é aceito (demais métodos retornam 405)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WebhookEventLog registra cada notificação com status RECEBIDO/PROCESSANDO/PROCESSADO/IGNORADO/ERRO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select_for_update() garante que reenvios e concorrência nunca debitem o estoque duas vezes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atômica: para cada item vendido, percorre as composições e abate quantidade × multiplicador do kit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da Fase 2 recalcula automaticamente as cotas e atualiza o canal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 ·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Validados — Fases 3 e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57→68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· 100% 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830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57 testes cobrindo relacionamento reverso e baixa manual integrada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suíte ampliada validando idempotência estrita e baixa atômica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baixa duplicada de estoque em reenvios de rede simulados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e notificações intermediárias tratadas corretamente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8 — Refinamento Final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correção originalmente pedida, agora implementada de ponta a ponta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 · FASE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 Removida, Modais Implementados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publicação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“Publicar em Marketplace” removido da listagem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“Publicar Anúncio” removidos do detalhe do produto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E2E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de confirmação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06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#modalSyncGlobal — prévia completa antes de sincronizar todos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automaticamente anúncios marcados IGNORADO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unitária por linha, cada uma com seu próprio modal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 · FASE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de Sincronização e Histórico Unificado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82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17830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B779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632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7830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6B72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IGNORADO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06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AnuncioToggleIgnorarView permite proteger kits ou anúncios com preço próprio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0003_anuncio_status_sincronizacao.py aplicada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468880"/>
            <a:ext cx="566928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— 7 colunas na mesma linha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1546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Hora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Anterior → Novo Preço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Anterior → Novo Estoque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/ Operação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 ·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Finais — Refinamento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· 100% 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830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executada: apps.anuncios, apps.catalogo, apps.marketplaces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nenhuma sincronização silenciosa ocorre mais em salvamentos manuais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local: “fix(catalogo): refina sincronizacao com confirmacao modal, controle de pendencias e historico unificado”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git push executado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029200" cy="5029200"/>
          </a:xfrm>
          <a:prstGeom prst="ellipse">
            <a:avLst/>
          </a:prstGeom>
          <a:solidFill>
            <a:srgbClr val="CADCFC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Manuais — Novos Problemas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código no ar, os testes manuais revelam o que os testes automatizados não cobriam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EVIDÊNCIA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Inconsistência no Detalhe do Produto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2157616"/>
            <a:ext cx="5285232" cy="318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work/deck/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192"/>
            <a:ext cx="5212080" cy="3109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8464" y="2218665"/>
            <a:ext cx="5285232" cy="306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7" name="Image 1" descr="/home/claude/work/deck/assets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255241"/>
            <a:ext cx="5212080" cy="29875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943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mostra R$ 2.950,02 — a ficha do anúncio ainda mostra R$ 1.800,01. O estoque, esse sim, atualizou corretamente.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EVIDÊNCIA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Log Diz “Sucesso” — o Vínculo Sumiu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5760" y="1700784"/>
            <a:ext cx="503784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work/deck/asset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36" y="1737360"/>
            <a:ext cx="4964688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8464" y="2504833"/>
            <a:ext cx="5285232" cy="24884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7" name="Image 1" descr="/home/claude/work/deck/assets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541409"/>
            <a:ext cx="5212080" cy="24152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943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telemetria mostra “Operação concluída com êxito”, mas o card do produto exibe “Nenhum anúncio externo vinculado” — sinais contraditórios na mesma tela.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Precisa Mudar a Partir Daqui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estrito com apenas três estados por anúncio: Pendente → Enviado / Cancelado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registra a hora/data da geração; a decisão manual registra hora/data, valor e quantidade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adicional de histórico dedicado por anúncio, além do log global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global deve dizer explicitamente qual anúncio, qual alteração e qual operação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663440" cy="3931920"/>
          </a:xfrm>
          <a:prstGeom prst="roundRect">
            <a:avLst>
              <a:gd name="adj" fmla="val 2326"/>
            </a:avLst>
          </a:prstGeom>
          <a:solidFill>
            <a:srgbClr val="FFF1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ENVIO ACIDENTAL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606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“Sincronizar Preço e Estoque no Canal”, “Ajuste Geral” e “Baixa por Avaria” exigem caixa de diálogo Confirmar/Cancelar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global deve ter checkbox por anúncio — não mais um badge estático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EVIDÊNCIA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 Raiz: Decisão Estática no Modal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2151921"/>
            <a:ext cx="7022592" cy="3285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work/deck/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8497"/>
            <a:ext cx="6949440" cy="3212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80960" y="182880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“Decisão” mostra apenas um badge “Ignorado (Não envia)”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caixa de seleção — o operador não consegue mudar essa decisão ali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pula qualquer anúncio nesse estado ao confirmar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único anúncio no modal, isso zera a sincronização inteira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669280" cy="56692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RESULTADO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Anúncio(s) Sincronizado(s)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2064" y="2193086"/>
            <a:ext cx="6748272" cy="32033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6" name="Image 0" descr="/home/claude/work/deck/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29662"/>
            <a:ext cx="6675120" cy="31301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82880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210312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 confirma o diagnóstico: mesmo após aplicar a sincronização, o preço permanece divergente. As correções deste ciclo seguem para branches futuras.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3073</Words>
  <Application>Microsoft Office PowerPoint</Application>
  <PresentationFormat>Widescreen</PresentationFormat>
  <Paragraphs>471</Paragraphs>
  <Slides>45</Slides>
  <Notes>45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Administrador</cp:lastModifiedBy>
  <cp:revision>1</cp:revision>
  <dcterms:created xsi:type="dcterms:W3CDTF">2026-09-10T15:40:15Z</dcterms:created>
  <dcterms:modified xsi:type="dcterms:W3CDTF">2026-09-10T15:48:15Z</dcterms:modified>
</cp:coreProperties>
</file>